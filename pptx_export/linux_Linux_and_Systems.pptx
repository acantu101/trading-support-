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LINUX &amp;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Process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Finding, inspecting, and killing processes — the first thing you do on any support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Find processes
ps
 aux | 
grep
 oms_client          
# find by name, shows PID + CPU% + MEM%
pgrep
 -a oms_client               
# PIDs only, cleaner
top
 -p 1234                       
# monitor a specific PID live
cat
 /proc/1234/cmdline            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EF3CC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4000"/>
                </a:solidFill>
                <a:latin typeface="Calibri"/>
              </a:rPr>
              <a:t>Never start with kill -9. SIGTERM (-15) lets the process clean up connections, flush buffers, and write logs. SIGKILL (-9) cuts the power — no cleanup, possible data corruption.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LINUX &amp;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Log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Finding the signal in the noise — the most-used skill in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Follow live logs
tail
 -f /var/log/app.log
journalctl
 -u market-data-feed -f           
# follow systemd service logs
# Search for errors
grep
"ERROR\|FATAL"
 /var/log/app.log
grep
 -i 
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LINUX &amp;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Disk &amp;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Is the pod OOMKilled? Is disk full? These two explain most production incidents.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Disk
df
 -h                             
# filesystem usage — look for 95%+ Used
du
 -sh /var/log/*                 
# size of each log directory
du
 -ah /var/log | sort -rh | head -20   
# top 20 largest files
lsof
 +D /var/log                  
# which processes have files open in /var/log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Common trap: df -h shows 90% full but you deleted log files and it's still full. A process still has the deleted file open — it's holding the disk space. lsof | grep deleted finds it; restart that process to release the space.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LINUX &amp;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Network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Checking connectivity, open ports, and live traffic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Listening ports + which process owns them
ss
 -tulnp                         
# preferred over netstat (faster, same output)
ss
 -tnp state established         
# all established TCP connections
# Reachability tests
nc
 -zv broker-host 9092           
# TCP port test — "Connection to ... succeeded"
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LINUX &amp;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Performance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When you need to go deeper than top and 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CPU profiling
perf
 top                          
# kernel-level CPU hotspot profiling
perf
 stat -p 1234                 
# CPU event counts for a process
# System call tracing
strace
 -p 1234 -c                 
# count syscalls by type — find bottleneck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DDF0F0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4F4F"/>
                </a:solidFill>
                <a:latin typeface="Calibri"/>
              </a:rPr>
              <a:t>Kafka consumers open one file descriptor per partition. A consumer reading 200 partitions needs 200+ FDs. If ulimit -n is 256, it will crash. Raise with ulimit -n 65536 or set in systemd unit.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LINUX &amp;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Support Triage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Ordered checklist — run through this on every "service is down"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133856"/>
          <a:ext cx="11786616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6654"/>
                <a:gridCol w="2946654"/>
                <a:gridCol w="2946654"/>
                <a:gridCol w="2946654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If failed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Is the process running?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ps aux | grep &lt;name&gt;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Not running — check systemd status; look at last log before death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CPU/memory healthy?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top -p $PID · free -h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High CPU → strace; OOM → check /proc/PID/status VmRSS vs limit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Recent errors in logs?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tail -100 /var/log/app.log | grep -i error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Find the first error — timestamp tells you when degradation started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Is the port listening?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ss -tulnp | grep &lt;port&gt;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Port not open → service crashed or wrong config; check systemd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Can it reach dependencies?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nc -zv broker-host 9092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Connection refused → dependency down or firewall; check Security Groups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Disk full?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df -h + lsof | grep deleted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Full → clear logs or rotate; check for deleted-but-open files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Escalation package: PID · CPU/mem snapshot · last 50 log lines · exact error message · first occurrence timestamp · dependency connectivity test result.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