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FIX Protocol: Zero to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A beginner's guide to the messaging standard powering global financial markets · Episode 1 of 5 · ~12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2284171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408176"/>
            <a:ext cx="22841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048256"/>
            <a:ext cx="2284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WHAT FIX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6779" y="1133856"/>
            <a:ext cx="2284171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6779" y="1408176"/>
            <a:ext cx="22841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6779" y="2048256"/>
            <a:ext cx="2284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MESSAGE ANATOMY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390" y="1133856"/>
            <a:ext cx="2284171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2390" y="1408176"/>
            <a:ext cx="22841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2390" y="2048256"/>
            <a:ext cx="2284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SESSION LIFECYCLE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8001" y="1133856"/>
            <a:ext cx="2284171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8001" y="1408176"/>
            <a:ext cx="22841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8001" y="2048256"/>
            <a:ext cx="2284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MESSAGE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03612" y="1133856"/>
            <a:ext cx="2284171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3612" y="1408176"/>
            <a:ext cx="228417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🏷️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3612" y="2048256"/>
            <a:ext cx="2284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WHICH 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This deck also covers: ITCH (slides 11-14) · OUCH (15-17) · Binary/Native protocols (18-19) · UDP Multicast (20-22)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The Problem Before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Early 1990s — every firm spoke a different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Every broker and exchange had custom proprietary formats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 brokers × M exchanges = N×M bespoke integrations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Phone calls, fax machines, custom binary protocols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Every format change broke every connection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Enormous cost and operational risk industry-wide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FIX created in 1992 by Fidelity &amp; Salomon Brothers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One shared language for all financial messaging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Open standard — not owned by any single firm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Adopted by virtually every broker, exchange, and asset manager worldwide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Processes trillions of USD in orders daily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Key insight: FIX was not the first protocol — it was the first one the entire industry agreed to adopt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What is FIX Protocol?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Financial Information eXchange — open standard since 1992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2878074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408176"/>
            <a:ext cx="28780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1992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048256"/>
            <a:ext cx="28780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FOUNDED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0682" y="1133856"/>
            <a:ext cx="2878074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0682" y="1408176"/>
            <a:ext cx="28780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0682" y="2048256"/>
            <a:ext cx="28780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SPECIFICATION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196" y="1133856"/>
            <a:ext cx="2878074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0196" y="1408176"/>
            <a:ext cx="28780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0196" y="2048256"/>
            <a:ext cx="28780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9710" y="1133856"/>
            <a:ext cx="2878074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9710" y="1408176"/>
            <a:ext cx="28780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B1A"/>
                </a:solidFill>
                <a:latin typeface="Consolas"/>
              </a:rPr>
              <a:t>$T/day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9710" y="2048256"/>
            <a:ext cx="28780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FIX is not software you install — it is a specification defining exactly how to format and exchange financial messages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Think of it as a shared grammar: any two firms speaking FIX can communicate without custom integration work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Governed by the FIX Trading Community — free to use, open spec at fixprotocol.org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Text-based (ASCII tag=value pairs) — human-readable in logs, easy to debug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Interview angle: "FIX is the TCP/IP of financial messaging — you don't choose it, you use it because everyone else does."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Anatomy of a FIX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Every message is tag=value pairs separated by the SOH character (shown as |)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New Order Single — buy 100 AAPL @ $150 limit
8
=FIX.4.4 | 
9
=65 | 
35
=D | 
49
=CLIENT1 | 
56
=BROKER1 |
11
=ORDER001 | 
55
=AAPL | 
54
=1 | 
38
=100 | 
…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1168" y="1133856"/>
          <a:ext cx="11786616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MsgType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 = New Order Single — most important tag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49/56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Sender/Target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CLIENT1/BROKER1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Who sent it, who receives it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AAPL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Instrument ticker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Side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 = Buy · 2 = Sell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OrderQty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Number of shares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150.00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Limit price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CheckSum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Integrity check — always the final field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Message Structure: Header · Body · Trailer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Every FIX message has the same three-part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HEADER — TAGS 8,9,35,49,56,52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BeginString — protocol version (8=FIX.4.4)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BodyLength — byte count of body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MsgType — what kind of message (35=D)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SenderCompID / TargetCompID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SendingTime — timestamp of send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BODY — PAYLOAD, VARIES BY MSGTYPE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Symbol (55) — what to trade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Side (54) — buy or sell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OrderQty (38) — how many shares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Price (44) — at what price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OrdType (40) — limit, market, 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TRAILER — TAG 10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CheckSum — sum of all byte values mod 256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Receiver validates this first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Corrupt message → reject immediately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Always the very final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Analogy: Header = envelope (sender, recipient, date) · Body = the letter · Trailer = wax seal proving no tampering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How a Trade Order Flows Through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From "click buy" to confirmed fill — every step is a FIX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Trading App ──→ New Order Single (D) — Buy 100 AAPL @ $150 limit ──→ Broker / OMS Trading App ←── Execution Report (8) — OrdStatus=0 (New) — order acknowledged ←── Broker / OMS Trading App ←── Execution Report (8) — OrdStatus=2 (Filled) — 100 shares @ $149.90 ←── Broker / OMS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168" y="1133856"/>
          <a:ext cx="1178661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3308"/>
                <a:gridCol w="5893308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OrdStatus (Tag 39)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New — acknowledged, resting in book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Partially Filled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Filled — complete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Rejected — check Text field (58) for reason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FIX Session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Before any trade messages flow, a session must be established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2878074" cy="4535424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26220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1. ESTABLISH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262204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Client sends Logon (A)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Broker echoes Logon (A)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Session is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0682" y="1133856"/>
            <a:ext cx="2878074" cy="4535424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8698" y="1243584"/>
            <a:ext cx="26220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2.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8698" y="1517904"/>
            <a:ext cx="262204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Heartbeat (0) every N seconds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Test Request (1) if missed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Missed heartbeat → session drops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196" y="1133856"/>
            <a:ext cx="2878074" cy="4535424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8212" y="1243584"/>
            <a:ext cx="26220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3. TRADING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8212" y="1517904"/>
            <a:ext cx="262204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All message types flow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Orders, reports, cancels, replaces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9710" y="1133856"/>
            <a:ext cx="2878074" cy="4535424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7726" y="1243584"/>
            <a:ext cx="262204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4.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7726" y="1517904"/>
            <a:ext cx="2622042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Either side sends Logout (5)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Graceful close preserves sequence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5724144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5788152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Sequence numbers: Every message gets an incrementing MsgSeqNum (tag 34). Gap detected → ResendRequest (MsgType 2). Resets only on Logon with ResetSeqNumFlag=Y.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6217920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6281928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Golden rule: Never just drop the TCP connection. Always send Logout (5) first — graceful close preserves sequence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Key Message Types —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These 8 types cover 95% of everything you will encounter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MsgType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Logon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Both 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Start of a FIX session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Heartbeat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Both ↔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Keep-alive ping every N seconds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Test Request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Both 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Request an immediate heartbeat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Logout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Both ↔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Graceful session termination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New Order Single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Client → Broker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Place a new buy or sell order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Order Cancel Request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Client → Broker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Cancel an existing open order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Order Cancel/Replace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Client → Broker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Modify qty or price on an order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Execution Report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Broker → Client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Status update for any order action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The two most important: New Order Single (D) is how you send orders. Execution Report (8) is how the broker tells you everything that happens to your orders.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Which FIX Version?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safe default for new integrations is FIX 4.4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FIX 4.2 — 1998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Equities workhorse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Simple, well-understood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Limited to equity asset class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Many legacy systems still on 4.2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FIX 4.4 — 2003 ★ USE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Most common version today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Derivatives, FX, fixed income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Safe default for new integrations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Broad counterparty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133856"/>
            <a:ext cx="3867912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24358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FIX 5.0 / FIXT 1.1 — 2006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611880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Separated session from app layer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Allows non-FIX transports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More complex to implement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Less universally adopted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Practical advice: Use whatever version your counterpart specifies. When in doubt, FIX 4.4 is the safe default.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FIX —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you now know about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Open messaging standard — not software, a specification adopted by the entire financial industry since 1992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Tag=value pairs — every message is a flat list of numbered fields; Tag 35 (MsgType) tells you what kind of message it is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Header · Body · Trailer — all messages share this structure; the trailer's checksum is always the last field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Session lifecycle — Logon to open, Heartbeats to stay alive, Logout to close; never just drop the TCP connection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8 essential message types — New Order Single (D) and Execution Report (8) cover most of what you'll see day-to-day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Text-based — human-readable in logs; this is its main operational advantage over binary protocols like ITCH/OUCH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Up next: ITCH (slides 11-14) — NASDAQ's binary market data protocol. Completely different wire format, same industry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ITCH Protocol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NASDAQ's outbound market data protocol — what you receive from the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Binary, one-way protocol — exchange sends, you receive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Delivers full order book updates in real time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Every add, modify, cancel, and execution on NASDAQ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Used by feed handlers to build and maintain L2 order books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Delivered over UDP multicast (not TCP)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WHY BINARY, NOT TEXT?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Much smaller message size — less network bandwidth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Faster to parse — no ASCII conversion, direct memory copy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Lower latency — critical for HFT market data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Trade-off: not human-readable in logs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Support engineers read decoded/logged output, not raw bytes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Support context: You won't read raw ITCH bytes. Your feed handler decodes them and logs structured output. You read the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ITCH Message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Each message type maps to an event on the order 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Support relevance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System Event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Market open/close, start/end of day signals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Missing S msg = feed handler may not know market opened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Add Order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New order resting in the book at a price level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High volume; gap here = book levels wrong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Order Replace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Existing order qty or price modified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Gap = book shows stale qty/price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Delete Order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Order cancelled, removed from book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Gap = ghost orders remain in book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Order Executed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Order (or part of it) matched and traded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Missed execution = incorrect position calculation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Trade (non-display)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Off-book trade (crosses, internalized)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Used for VWAP/volume calculations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NOII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Net Order Imbalance Indicator (auction data)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Relevant at open/close auctions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Key takeaway: Any gap in ITCH sequence numbers means you missed some of these messages. The book is now stale — you must invalidate and request a snapshot.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ITCH in Practice — Reading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a support engineer actually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Feed handler decoded ITCH log — what you read in support
2024-01-15 09:30:00.000123456
S
  event=MARKET_OPEN
2024-01-15 09:30:00.001456789
A
  ref=100001 sym=AAPL side=B price=149.95 qty=500
2024-01-15 09:30:00.001789012
A
  ref=100002 sym=AAPL side=S price=150.00 qty=300
2024-01-15 09:30:00.002100000
E
  ref=100001 qty=200 match=555001  
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Timestamps are nanosecond precision — tells you exactly when each event hit your feed handler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ref is the order reference number — links Add → Execute → Delete events for the same order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GAP log line is your key alert — any gap means the book for affected symbols is invalid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Check: did the gap recover? Look for SNAPSHOT_APPLIED or BOOK_REBUILT log lines after the gap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ITCH Gap Detection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happens when sequence numbers jump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Receive seq 10051 expected 10043 → GAP DETECTED 9 msgs missing → Invalidate book stop publishing quotes Request gap fill via TCP retransmit channel → OR request snapshot full book at point-in-time → Apply &amp; mark VALID resume publishing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Gap fill : exchange retransmits the missing messages in order — faster if gap is small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Snapshot : exchange sends full book state — use for large gaps or if fill not available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Buffer any new incrementals received during recovery — apply after snapshot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Recovery latency: typically 1-50ms; during this window L2 quotes are unavailable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Support check: If researchers report stale quotes at a specific time, look for GAP log lines in the feed handler around that timestamp.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OUCH Protocol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NASDAQ's binary order entry protocol — what you send to the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Binary, two-way protocol — client sends orders, exchange responds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NASDAQ's proprietary alternative to FIX for order entry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Lower latency than FIX — binary parsing vs ASCII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Delivered over TCP (reliable, ordered) — unlike ITCH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Used by HFT firms that need microsecond-level order 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OUCH VS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OUCH: binary, NASDAQ-specific, ultra-low latency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FIX: text, universal, easier to integrate and debug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Both accomplish the same goal: submit/manage orders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Most HFT firms use OUCH; most institutional firms use FIX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As support engineer: you'll see OUCH in logs but won't hand-craft messages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Support context: If an order went missing or was rejected, you'll look at OUCH session logs — decoded by the OMS into structured lines, similar to FIX logs.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OUCH Message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Two directions: inbound (you → exchange) and outbound (exchange → you)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INBOUND — CLIENT SENDS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Type Name Purpose O Enter Order Submit a new order U Replace Order Modify qty or price X Cancel Order Cancel by order 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OUTBOUND — EXCHANGE RESPONDS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Type Name Meaning A Order Accepted Order is live in the book J Order Rejected Check reason code E Order Executed Full or partial fill C Order Cancelled Cancel confirmed U Order Replaced Replace confirmed B Broken Trade Exchange busted the trade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In support logs: An order that shows Enter Order (O) but no Accepted (A) or Rejected (J) = possible session disconnect between send and response. Check TCP session state.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Reading OUCH Logs — Support Engineer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What decoded OUCH session logs look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Decoded OUCH session log — OMS output
14:29:58.123456
O
  token=TKN0042 sym=AAPL side=B qty=1000 price=149.95 tif=DAY
14:29:58.123891
A
  token=TKN0042 ref=200001 sym=AAPL  
# accepted, now live
14:29:58.201000
E
  ref=200001 qty=400 price=149.93 match=600001  
# partial fill
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token : client-assigned identifier (like ClOrdID in FIX); use this to track an order across messages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ref : exchange-assigned reference number; assigned on Accepted; use for fills and cancels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Typical triage: "order didn't fill" → find token in log → check for J (Rejected) or missing A (Accepted)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Why Binary Protocols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FIX is text. ITCH and OUCH are binary. Here is why it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TEXT PROTOCOLS (FIX)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Human-readable in logs — easy to debug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Larger message size (ASCII chars vs packed bytes)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Slower to parse — must scan for delimiter, convert ASCII to numbers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Order of tags not guaranteed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Good for: institutional order management, broker connectivity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06577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BINARY PROTOCOLS (ITCH, OUCH, SBE)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45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Not human-readable — must be decoded by software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Much smaller message size — less bandwidth, less CPU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Faster to parse — fixed offsets, no delimiter scanning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Deterministic layout — field at byte N, always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Good for: HFT market data, ultra-low-latency order entry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SBE (Simple Binary Encoding): FIX Trading Community's official binary encoding standard. Used where FIX semantics (tags, message types) are needed but text overhead is too high. CME, LSE, and others use SBE.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Binary Protocols — Support Engineer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You never read raw bytes. You read decoded output. Here is the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Feed handler / OMS decodes raw binary into structured log lines — this is what you read (slides 13, 17)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Wireshark with dissectors : NASDAQ provides ITCH/OUCH dissectors; Wireshark decodes pcap captures into readable fields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Vendor tools : most HFT firms have internal dashboards that decode and display protocol messages in real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Capture raw market data traffic for analysis
tcpdump
 -i eth0 -w capture.pcap host 233.54.12.100
# → open in Wireshark with ITCH 5.0 dissector loaded
# Check if feed handler is receiving packets
tcpdump
 -i eth0 -nn host 233.54.12.100 -c 20
# If no packets → multicast join failed or network issue (not a protocol issue)
# Decode a specific ITCH message from a pcap (example with python-itch)
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Most common binary protocol support question: "Why is the feed handler not receiving data?" Answer: check multicast join (IGMP), check rmem_max, check network path — not a parsing issue.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Multicast Market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How exchanges deliver market data to many recipients simultaneously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6B1A"/>
                </a:solidFill>
                <a:latin typeface="Consolas"/>
              </a:rPr>
              <a:t>Exchange single sender  →  Multicast Group 239.x.x.x UDP  →  Feed Handler A primary feed  →  Feed Handler B secondary feed  →  Order Book → Kafka → HDF5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A/B FEED REDUNDANCY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Primary (A) and Secondary (B) carry identical data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Two separate network paths for resilience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Use whichever arrives first; fall back to other on gap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Both must be subscribed (joined via IGMP)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UDP VS TCP TRADEOFFS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No TCP handshake = lower latency delivery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No retransmission = dropped packet = lost tick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Must detect gaps via sequence numbers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Gap fill requested via separate TCP channel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Multicast Diagnostics — rmem_max &amp; IGMP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two most common multicast support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1. Check if host has joined the multicast group (IGMP membership)
netstat
 -g
ip
 maddr show eth0
# If multicast group 233.54.12.100 is NOT listed → feed handler never joined
# Fix: restart feed handler; check socket join call; check network switch IGMP snooping
# 2. Check socket receive buffer (rmem_max)
cat
 /proc/sys/net/core/rmem_max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Symptom pattern: Gaps spike exactly at market open (09:30 ET) then clear — almost always rmem_max too small. The burst of adds at open overflows the socket buffer.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MARKET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Multicast Triage — Full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Ordered steps when researchers report missing or stale market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If failed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Are packets arriving?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tcpdump -i eth0 host &lt;mcast-ip&gt;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Network/switch issue — escalate to network team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Is multicast group joined?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netstat -g or ip maddr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failed to join — restart feed handler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Socket buffer overflow?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cat /proc/sys/net/core/rmem_max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Raise rmem_max; check feed handler drop counters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Gap in sequence numbers?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logs for GAP lines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Did it recover? Look for SNAPSHOT_APPLIED after gap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Secondary feed healthy?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B logs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If A gapped and B also gapped = exchange issue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Did book rebuild?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Feed handler logs: BOOK_REBUILT / BOOK_VALID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Manual snapshot request or feed handler restart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Escalation signal: If both A and B feeds show the same gap at the same sequence number → the exchange dropped packets, not your infrastructure. Open an exchange support ticket.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