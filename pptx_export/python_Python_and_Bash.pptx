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PYTHON &amp; BASH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P-01 — Log Monitor Bash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Tail a live log, detect error patterns, alert on rate — the daily on-call toolkit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#!/usr/bin/env bash
set
 -euo pipefail
LOG_FILE=
"/var/log/oms/oms-gateway.log"
ALERT_LOG=
"/tmp/oms_alerts.log"
THRESHOLD=
10
# errors/min before paging
alert
() { echo 
"[$(date -Is)] ALERT: $*"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P-01 scenario: The lab injects ERROR lines into a live log at a rising rate. Run this script, trigger the scenario — confirm your alert fires within 60 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PYTHON &amp; BASH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P-02 — awk Log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Extract, aggregate, and report from structured logs — single-pass, no Python overhead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Count REJECTs per symbol — log line:
# 2026-05-04 14:32:11 REJECT symbol=NVTK reason=NO_REF_PRICE
awk
'/REJECT/ {
    match($0, /symbol=([A-Z]+)/, arr)
    counts[arr[1]]++
}
END {
    for (sym in counts)
        printf "%-8s %d rejects\n", sym, counts[sym]
}'
 /var/log/oms/oms-gateway.log | 
sort
 -k2 -rn
# Latency percentiles from a file with one ms value per line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awk vs Python: awk for single-pass text extraction on large files (no startup cost). Use Python when you need data structures, JSON output, or multi-step transformations.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PYTHON &amp; BASH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P-03 — Python Process Watchdog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Probe a critical process via its PID file and restart it before the trading desk notices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import
 subprocess, time, logging, os
from
 pathlib 
import
 Path
log = logging.
getLogger
(__name__)
logging.
basicConfig
(level=logging.INFO,
    format=
'%(asctime)s %(levelname)s %(message)s'
)
PID_FILE     = Path(
'/var/run/oms-gateway.pid'
)
CMD          = [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EF3CC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4000"/>
                </a:solidFill>
                <a:latin typeface="Calibri"/>
              </a:rPr>
              <a:t>Cap restarts. Without MAX_RESTARTS a misconfigured binary crashes immediately and the watchdog burns CPU in a tight loop. After N failures, page a human instead.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PYTHON &amp; BASH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P-04 — REST API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Query internal risk / PnL APIs, handle retries, and surface data-quality issues programmatically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import
 requests, time, logging
from
 typing 
import
 Any
log = logging.
getLogger
(__name__)
def
get_with_retry
(url: str, retries: int = 
3
, backoff: float = 
2.0
) -&gt; Any: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P-04 scenario: The lab runs a mock Flask API that returns a stale date and null ref_price for IPO symbols. Your script must detect and log both conditions before marking the task complete.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PYTHON &amp; BASH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P-05 — FIX Message Parser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Decode FIX 4.4 fields, detect SeqNum gaps, and identify ResendRequest / GapFill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from
 typing 
import
 Iterator
SOH = 
'\x01'
# FIX field delimiter
TAGS = {
'8'
: 
'BeginString'
, 
'35'
: 
'MsgType'
,  
'34'
: 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EF3CC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4000"/>
                </a:solidFill>
                <a:latin typeface="Calibri"/>
              </a:rPr>
              <a:t>Gap → ResendRequest (35=2): The exchange detected a hole and is asking you to replay. Reply with the missing messages, or send a 35=4 SequenceReset GapFill with 36=NewSeqNo skipping past the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PYTHON &amp; BASH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P-06 — Kafka Lag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Poll consumer group lag, alert on backlog, identify which partition is stuck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import
 subprocess, json, sys
LAG_WARN  = 
1_000
LAG_CRIT  = 
10_000
GROUP     = 
"tick-storage-group"
BOOTSTRAP = 
"broker-0:9092"
def
get_lag
() -&gt; list:
    raw = subprocess.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Root cause ladder: Lag on one partition → that consumer thread is stuck (check --members ). Lag on all partitions → producer rate exceeds consumer throughput, or the consumer pod was OOMKilled.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PYTHON &amp; BASH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P-07 — OOP: Strategy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Swap pricing algorithms at runtime without touching caller code — canonical trading-desk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from
 abc 
import
 ABC, abstractmethod
from
 dataclasses 
import
 dataclass
@dataclass
class
 Tick:
    price: float; volume: int
class
 PricingStrategy(ABC):
    @abstractmethod
def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Support angle: If a researcher reports "prices changed after deployment," set_strategy is the audit point. Add a log line there in production so you can trace which strategy was active when.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PYTHON &amp; BASH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P-08 — OOP: Observer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Fan out market data ticks to multiple subscribers — decouple the feed from every consumer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from
 abc 
import
 ABC, abstractmethod
from
 dataclasses 
import
 dataclass, field
from
 typing 
import
 List
import
 logging
@dataclass
class
 Tick: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EF3CC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4000"/>
                </a:solidFill>
                <a:latin typeface="Calibri"/>
              </a:rPr>
              <a:t>Isolate observer failures. The try/except inside publish() is intentional: a broken HDF5Writer (disk full) must not prevent RiskMonitor from receiving ticks. Never let one subscriber take down the bus.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