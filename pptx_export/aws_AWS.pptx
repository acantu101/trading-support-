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EC2 &amp; EKS — Compute for Trading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EC2 INSTANCE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c6i / c6a — compute-optimized, feed handlers, order routing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r6i — memory-optimized, in-memory caches, tick stores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m6i — general purpose, Kafka brokers, Airflow workers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Use placement groups (cluster) for intra-rack low latency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EBS gp3 &gt; gp2 for cost/performance; io2 for Kafka log dirs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EKS KEY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Control plane — managed by AWS; you pay per hour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Node groups — EC2 Auto Scaling Groups; managed vs self-managed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Fargate — serverless pods; no node access; avoid for latency-sensitive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Add-ons : VPC CNI, CoreDNS, kube-proxy, EBS CSI 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S3 — Tick Data Storage &amp;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BUCKET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S3 Standard — last 30 days (hot research access)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S3-IA — 30–90 days (occasional lookups)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Glacier Instant Retrieval — 90+ days (compliance, slow backtests)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BOTO3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import boto3
s3 = boto3.client('s3')
# Download a day's ticks
s3.download_file(
    'trading-tickdata',
    f'processed/{date}/{symbol}/ticks.h5',
    '/tmp/ticks.h5'
)
# List available dates
resp = s3.list_objects_v2(
    Bucket='trading-tickdata',
    Prefix=f'processed/',
    Delimiter='/'
)
dates = [p['Prefix'] for p in resp.get('CommonPrefixes', [])]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VPC &amp; Security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VPC DESIGN FOR TRADING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Public subnets — load balancers, NAT gateways only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Private subnets — all application workloads (EKS nodes, Kafka, DBs)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Isolated subnets — RDS, ElastiCache; no route to internet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One VPC per environment (prod / staging / dev); VPC peering or Transit Gateway for shared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SECURITY GROUPS AS FIREWALLS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Who can reach Kafka brokers?
# SG: sg-kafka-brokers
Inbound:
  Port 9092  from sg-kafka-clients  (app pods)
  Port 9094  from sg-kafka-clients  (TLS)
  Port 2181  from sg-kafka-brokers  (ZooKeeper)
  Port 9999  from sg-monitoring     (JMX)
# Debug: why can't pod reach broker?
aws ec2 describe-security-groups \
  --group-ids sg-0abc123 \
  --query 'SecurityGroups[].IpPermissions'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MSK — Managed 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MSK VS SELF-MANAGED 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auto.create.topics.enable=false — prevent accidental topic creation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Enable Enhanced Monitoring for per-broker metrics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Broker type: kafka.m5.2xlarge minimum for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OPERATIONAL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List brokers
aws kafka list-nodes \
  --cluster-arn arn:aws:kafka:... \
  --query 'NodeInfoList[].{id:BrokerNodeInfo.BrokerId,state:CurrentBrokerSoftwareInfo}'
# Get bootstrap brokers
aws kafka get-bootstrap-brokers \
  --cluster-arn arn:aws:kafka:...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CloudWatch — Observability for Trading Infra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LOG GROUPS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EKS: node_cpu_utilization , node_memory_utilization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MSK: UnderReplicatedPartitions , ActiveControllerCount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Feed handler: custom metric sequence_gaps_per_min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Latency: p99 order-to-ack latency via EMF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USEFUL CLI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Tail logs from ECS/EKS app
aws logs tail /trading/feedhandler/prod \
  --follow --filter-pattern "ERROR"
# Query: errors in last hour
aws logs start-query \
  --log-group-name /trading/feedhandler/prod \
  --start-time $(date -d '1 hour ago' +%s) \
  --end-time $(date +%s) \
  --query-string 'filter @message like /ERROR/ | stats count() by bin(5m)'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