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vocabulary you need before any Airflow debugging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PIPELINE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DAG — Directed Acyclic Graph; Python file describing the pipeline; lives in dags/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Task — single unit of work, defined by an Operator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TaskInstance — one execution of a task for a specific run; has state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DAG Run — one complete execution of the DAG for a specific execution_date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KEY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execution_date / ds — the logical date of the DAG run; NOT today's date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schedule_interval — cron expression ( "0 6 * * 1-5" ) or preset ( @daily 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Operator — PythonOperator, BashOperator, SqlSensor, ExternalTaskSensor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SLA — max time before a task is considered late; triggers sla_miss_callback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01168" y="1133856"/>
          <a:ext cx="1178661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308"/>
                <a:gridCol w="5893308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TaskInstance State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queued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Waiting for a free worker slot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running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Currently executing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Completed without error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Task raised an exception or exited non-zero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upstream_failed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 dependency task failed — this task never ran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Debugging a Failed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Always follow this order — each step narrows the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Step 1 — UI: DAG → Grid view → click red task → Logs tab
# Check state: "failed" vs "upstream_failed" — different root causes
# Step 2 — check if DAG file has an import error (DAG won't load at all)
airflow
 dags list-import-errors
# Step 3 — manually run a single task in isolation (no scheduler needed)
airflow
 tasks test market_data_ingestion ingest_to_hdf5 2024-01-15
# Step 4 — backfill missed runs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upstream_failed : don't debug this task — find the actual failed task upstream and fix that first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ImportError : DAG file has a Python syntax error or bad import — the whole DAG disappears from the UI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Sensor timeout : sensor waited too long for condition — check timeout= param and whether target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Sensor Anti-patterns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poke mode is the most common cause of Airflow worker starvation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WRONG — POKE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Holds a worker slot while sleeping between polls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10 sensors = 10 workers blocked = other DAGs starve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 timeout = sensor hangs forever on bad 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RIGHT — RESCHEDULE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Releases worker slot between checks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Reschedules itself — no starvation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Always set timeout — fail clearly rather than hang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Rule: All sensors should use mode='reschedule' and always have a timeout set. No exceptions in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ExternalTaskSensor &amp; execution_delta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most common Airflow misconfiguration in cross-DAG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ExternalTaskSensor waits for a task in ANOTHER DAG to succeed
# execution_delta = time difference between this DAG and the target DAG
# Scenario: reporting DAG runs at 18:00; depends on risk DAG at 17:00
ExternalTaskSensor(
    task_id=
'wait_for_risk'
,
    external_dag_id=
'risk_calculation'
,
    external_task_id=
'aggregate_risk'
,
    execution_delta=timedelta(hours=
1
),  
# look at risk run from 1hr earlier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HOW TO DEBUG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Check the sensor task's execution_date in the UI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Check what execution_date the external DAG actually ran at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Diff = correct execution_delta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Sensor always times out even when external DAG succeeded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Sensor succeeds at wrong times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Works on weekdays, breaks on weekends (schedule gaps)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Idempotency: {{ ds }} + UPSERT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Two rules that make every pipeline safe to re-run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91056"/>
            <a:ext cx="537210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def
bad_task
(**context):
# datetime.now() = TODAY, not execution date
# breaks completely on backfill
    today = datetime.
now
().date()
    query = 
f"SELECT * FROM trades WHERE date='{today}'"
# Plain INSERT → fails on retry with duplicate key
cursor.
execute
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7940" y="1591056"/>
            <a:ext cx="537210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def
good_task
(**context):
# context['ds'] = logical execution date string
    trade_date = context[
'ds'
]  
# '2024-01-15'
    query = 
f"SELECT * FROM trades WHERE date='{trade_date}'"
# UPSERT → safe to run multiple times
cursor.
execute
(
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Rule 1: Always use context['ds'] or {{ ds }} for dates — never datetime.now() . Rule 2: All DB writes must be UPSERT — a re-run should produce the same result, not duplicates or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Ingestion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the daily tick data pipeline looks like in Airflow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with
 DAG(
'market_data_ingestion'
,
    schedule_interval=
'0 16 * * 1-5'
,    
# 4pm ET, weekdays
    sla_miss_callback=notify_oncall,        
# alert if any task misses SLA
    catchup=
False
,
) 
as
 dag:
    check_feed = PythonOperator(
        task_id=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Triage flow: verify fails → ingest may have written partial data → check HDF5 shape → check Kafka lag → check pod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Regulatory Reporting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T+1 deadline — idempotency is critical; duplicate submissions trigger regulatory penalties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T+1: report must be submitted by next business day 8am UTC
# Schedule: 6am UTC daily — uses yesterday's execution_date for trade date
with
 DAG(
'regulatory_reporting'
, schedule_interval=
'0 6 * * 1-5'
) 
as
 dag:
def
submit_report
(**context):
        trade_date = context[
'ds'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Use context['ds'] as the idempotency key — never datetime.now()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Check submitted-flag before generating report — retry-safe even if first run partially completed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Partial failure: alert immediately — not all regulatory deadlines allow re-submission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If report was already submitted: log it and exit cleanly — do NOT raise an 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Best Practices — Anti-pattern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interviewers look for when they ask "what makes a good Airflow pipeline?"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Anti-pattern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datetime.now() in tasks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Returns current time, not execution date — breaks on backfill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Use context['ds'] or {{ ds }}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Sensor in poke mode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Holds worker slot; 10 sensors = 10 blocked workers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mode='reschedule'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Sensor with no timeout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Hangs forever if condition never met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Always set timeout=3600 or appropriate 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Plain INSERT in tasks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Fails on retry with duplicate key; or inserts duplicates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UPSERT / INSERT … ON CONFLICT DO UPDATE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Catching bare except Exception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Hides failures — DAG shows success when task actually failed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Let exceptions propagate, or re-raise after logging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Global variables for state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State not isolated across DAG runs; race conditions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Use XCom or external storage (Redis, DB)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Missing sla= on critical tasks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Silent lateness — nobody knows the pipeline is behind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Set sla=timedelta(...) + sla_miss_callback on DAG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catchup=True on new DAG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Airflow immediately backfills all missed runs since start_date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Set catchup=False unless backfill is intentional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