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INTERVIEW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Application Support Engineer — What They'll Ask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Based on DRW posting ($130k–$165k, Greenwich CT) — Unified Platform Support, L1/L2, FIX + native protocols, Linux, Python, AWS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"Walk me through how you'd triage a FIX session that stopped receiving Execution Reports." → session state, seq nums, 35=8 tags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"A market data feed is showing sequence gaps. What's your first move?" → A/B feed, handler logs, Kafka lag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 you tell the difference between a network issue and an application issue?" → nc, tcpdump, ss, app logs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"Describe a time you used SQL to diagnose a data pipeline problem." → LAG(), EXCEPT, LEFT JOIN IS NULL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 Linux tools do you reach for first when a process is misbehaving?" → top, ps, lsof, strace, journalctl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does Python's Kafka consumer handle offset commits, and why does it matter for data integrity?" → commit-after-write, enable_auto_commit=False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 AWS services have you used to monitor production applications?" → CloudWatch logs/metrics, alarms, Container Insights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BEHAVIORAL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"Tell me about a production incident you owned end-to-end. What was your process?" → use the incident lifecycle: detect → triage → mitigate → postmortem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 you handle 5 support tickets at once during market hours?" → severity triage, acknowledge all, serial focus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"Describe a time you had to explain a technical failure to a non-technical stakeholder." → clear impact statement, ETA, no jargon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 you stay current with protocol changes from exchanges?" → vendor advisories, test environments, runbooks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"Tell me about a process you improved or documented that saved future toil." → runbook, automation, alerting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INTERVIEW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Application Support Engineer — Questions to Ask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Ask these to show depth and evaluate fit — especially for DRW's Unified Platform Support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ROLE &amp;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 does a typical P1 look like on this team — what's the blast radius and how is it handled?"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is on-call structured? What's the escalation path?"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"What's the split between reactive support and proactive improvement work?"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 support engineers collaborate with the development teams when a bug needs a code fix?"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 does the onboarding process look like for new exchanges or data feeds — who drives that?"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SYSTEMS &amp;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"Which exchanges and venues does the platform currently support, and are there any planned additions?"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 observability tooling is in place — CloudWatch, Prometheus, Grafana, something custom?"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are runbooks maintained — is there a culture of keeping them up to date after incidents?"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mature is the Kubernetes/EKS footprint — are engineers expected to operate at the cluster level or mostly at the application level?"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 does success look like in the first 90 days for someone in this role?"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INTERVIEW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Market Data Engineer — What They'll Ask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"Walk me through how ITCH data flows from the exchange to a researcher's desk." → UDP multicast → feed handler → Kafka → tick store → HDF5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does your feed handler detect and recover from a sequence gap?" → gap detect, snapshot request, incremental replay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"Explain the difference between ITCH and OUCH." → ITCH=outbound market data, OUCH=inbound order entry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 you ensure exactly-once delivery of market data into a tick store?" → idempotent writes, commit-after-write, UPSERT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"You have A-feed and B-feed — how do you merge them without duplicates?" → dedupe by sequence number, first-seen wins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"What's a Level 2 order book and how do you build one from ITCH messages?" → A/D/U messages, price levels, bid/ask maps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 you detect a partial write in an HDF5 file?" → compare shape vs expected row count for the trading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BEHAVIORAL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"Tell me about a time a data quality issue made it downstream before it was caught. What happened?" → detection gap, impact, what alerting you added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 you validate that a new exchange feed is producing accurate data before going live?" → cross-feed comparison, reference data, replay testing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"Describe how you'd onboard a new venue's native binary protocol." → spec review, SBE decoder, integration tests, staging replay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INTERVIEW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Market Data Engineer — Questions to Ask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ARCHITECTURE &amp;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many venues and symbols does the platform currently ingest, and what's the peak message rate?"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"Is the feed handling infrastructure custom-built or based on open-source components like QuickFIX or Aeron?"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 you handle exchange-side restatements or corrections to historical data?"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"What's the latency target from exchange UDP packet to tick store write — microseconds, milliseconds?"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"Are you doing kernel bypass (DPDK, Solarflare) at the NIC level, or standard kernel networking?"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TEAM &amp;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"Who is the primary consumer of the market data — quant researchers, algo traders, both?"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 engineers validate new feed handler builds against production traffic before cutover?"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"What's your testing strategy for protocol decoder changes — do you have a replay harness?"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are exchange spec updates handled — who owns the integration work when NASDAQ releases a new ITCH version?"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 does the career path look like from this role — toward infra, quant tooling, or something else?"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INTERVIEW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Data Ops Analyst — What They'll Ask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would you write a SQL query to find all symbols that appear in Feed A but not Feed B for a given trading day?" → EXCEPT or LEFT JOIN IS NULL pattern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"An Airflow DAG is stuck — how do you diagnose it?" → task logs, sensor mode=reschedule, execution_date vs now()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 you calculate VWAP for a symbol across a trading session?" → SUM(price*volume)/SUM(volume)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"A pipeline writes to S3 daily. How do you detect a partial or missing load?" → row count check, file size threshold, completeness assertion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"What's the risk of using datetime.now() in an Airflow task, and how do you fix it?" → use {{ ds }}/execution_date for idempotency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would you identify a sequence gap in a table of time-series tick data using SQL?" → LAG(seq_num) OVER (ORDER BY ts) and filter where diff &gt; 1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BEHAVIORAL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"Tell me about a data quality issue you caught before it affected downstream consumers." → detection method, impact prevented, monitoring added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 you make a pipeline re-runnable without duplicating data?" → UPSERT / INSERT OR REPLACE, idempotent writes, {{ ds }} partitioning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 you prioritize when three pipelines fail at the same time?" → downstream consumer impact, market hours, data freshness SLA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"Describe how you'd onboard a new data source into an existing pipeline." → schema validation, backfill strategy, quality checks, stakeholder sign-off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INTERVIEW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Data Ops Analyst — Questions to Ask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DATA &amp;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"What's the primary data store — time-series DB, HDF5, Parquet on S3, a data warehouse?"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mature is the data quality monitoring — are there automated checks on every pipeline run, or is it mostly reactive?"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"What's the SLA for data freshness — when researchers arrive in the morning, how stale can yesterday's data be?"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 backfills work — can a pipeline safely re-run for a historical date range without human intervention?"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"What's the volume of data being ingested daily — GB, TB? How does that affect how you approach schema design?"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TEAM &amp;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"Who are the primary consumers of the data — quant researchers, risk, compliance, all of the above?"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much of the role is incident response vs building new pipelines vs improving existing ones?"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 orchestration tooling is in use — Airflow, Prefect, something in-house?"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"How does this team collaborate with the data engineering and quant research teams?"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"What skills or knowledge would set someone apart in this role six months in — is it SQL depth, domain knowledge, or something else?"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