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TCP/IP Essentials for Trading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3-WAY HANDSHAKE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TIME_WAIT — closed connection held 2×MSL (60s). High-frequency systems exhaust ephemeral ports; tune net.ipv4.tcp_tw_reuse=1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FIN_WAIT_2 — remote closed but local hasn't; watch for FIX session teardown hangs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CLOSE_WAIT — local hasn't called close(); usually an app bug (not reading EOF)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KEY TCP TUNING PARAMETERS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7940" y="1591056"/>
            <a:ext cx="5372100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View current values
sysctl net.core.rmem_max
sysctl net.core.wmem_max
sysctl net.ipv4.tcp_rmem   # min default max
# Trading system tunings
net.core.rmem_max = 134217728    # 128MB
net.core.wmem_max = 134217728
net.ipv4.tcp_rmem = 4096 87380 134217728
net.ipv4.tcp_wmem = 4096 65536 134217728
net.ipv4.tcp_no_metrics_save = 1  # don't cache old RTT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UDP Multicast — Market Data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HOW MULTICAST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Exchange sends one UDP stream; many receivers join via IGMP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Multicast address range: 224.0.0.0/4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Switches use IGMP snooping to forward only to ports that joined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No delivery guarantee — gaps are normal; application must detect and recover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JOINING &amp; DIAGNOSING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7940" y="1591056"/>
            <a:ext cx="5372100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Check active multicast memberships
ip maddr show eth0
netstat -gn
# Join a group (Python)
import socket, struct
sock = socket.socket(socket.AF_INET, socket.SOCK_DGRAM)
sock.setsockopt(socket.SOL_SOCKET, socket.SO_REUSEADDR, 1)
sock.bind(('', PORT))
mreq = struct.pack('4sL',
    socket.inet_aton('224.0.123.45'),
    socket.INADDR_ANY)
sock.setsockopt(socket.IPPROTO_IP,
    socket.IP_ADD_MEMBERSHIP, mreq)
# Capture multicast traffic
tcpdump -i eth0 -n host 224.0.123.45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Network Diagnostics Toolkit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CONNECTIVITY &amp;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91056"/>
            <a:ext cx="5372100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Is the port open?
nc -zv hostname 9092
telnet hostname 9092
# What's listening?
ss -tlnp | grep 9092
netstat -tlnp | grep 9092
# Active connections to Kafka
ss -tnp dst :9092
# Full socket summary
ss -s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LATENCY &amp; PATH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1591056"/>
            <a:ext cx="5372100" cy="497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# Traceroute with ICMP
traceroute -I hostname
# TCP traceroute (better through firewalls)
traceroute -T -p 9092 hostname
# MTU path discovery
tracepath hostname
# RTT to exchange gateway
ping -c 100 -i 0.01 gateway-ip | tail -2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Latency &amp; Throughput Fundamentals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LATENCY 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Layer Typical Tuning lever Intra-host (loopback) &lt; 10µs Unix socket, shared mem Same rack (10GbE) 50–100µs Placement groups Cross-AZ (AWS) 1–2ms Keep critical path intra-AZ Cross-region 30–100ms Avoid for order entry Cross-AZ traffic also costs money ($0.01/GB in AWS). Kafka replication across AZs is both a latency and cost concern.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KERNEL BYPASS (ADVANCED)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DPDK — user-space networking, bypasses kernel network stack entirely; µs-level latency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RDMA / RoCE — Remote Direct Memory Access; DMA directly between NICs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Solarflare OpenOnload — kernel bypass for standard TCP/UDP sockets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