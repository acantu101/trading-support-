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Git Core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DAILY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Start from a clean main
git checkout main &amp;&amp; git pull
# Create feature branch
git checkout -b fix/kafka-consumer-lag
# Stage specific files (avoid git add .)
git add src/consumer.py tests/test_consumer.py
# Commit with context
git commit -m "fix: commit offset after write, not before
Prevents duplicate processing when pod crashes mid-write.
Closes #142"
# Push and open PR
git push -u origin fix/kafka-consumer-lag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INSPECTING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What changed and what's staged?
git status
git diff           # unstaged changes
git diff --staged  # staged vs last commit
# Who changed this line?
git blame src/feedhandler.py -L 42,60
# Find when a string was introduced
git log -S "enable_auto_commit" --source --all
# One-line history graph
git log --oneline --graph --all 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git bisect — Hunting Regressions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Binary searches commit history to find the exact commit that introduced a bug. Halves the search space each step — 1000 commits = ~10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Start bisect
git bisect start
# Mark current state as broken
git bisect bad
# Mark a known-good commit (tag or hash)
git bisect good v2.1.0
# Git checks out the midpoint commit.
# Test it, then tell git the result:
git bisect good   # or: git bisect bad
# Repeat until git prints:
# "abc1234 is the first bad commit"
# Done — clean up
git bisect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AUTOMATED BISECT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Script returns 0 = good, non-zero = bad
git bisect run python tests/check_lag.py
# Example check script
#!/usr/bin/env python3
import subprocess, sys
result = subprocess.run(
    ['python', '-m', 'pytest', 'tests/test_consumer.py', '-x', '-q'],
    capture_output=True
)
sys.exit(result.returncode)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Branching Strategy for Trading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COMMON MODEL (TRUNK-BASED)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main — always deployable; protected; requires PR + review feature/xyz — short-lived; off main; merged via PR release/v2.3 — cut from main; only bug fixes cherry-picked in hotfix/critical-gap — off release branch; merged back to both release AND main Long-lived feature branches are merge debt. In fast-moving trading systems, divergence causes painful conflicts at release time. Prefer small, frequent merges.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KEY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Cut release branch
git checkout main
git checkout -b release/v2.3
git push -u origin release/v2.3
# Cherry-pick a fix onto release
git checkout release/v2.3
git cherry-pick abc1234   # specific commit from main
# Tag the release
git tag -a v2.3.1 -m "Fix sequence gap detection"
git push origin v2.3.1
# Compare release to main
git log main..release/v2.3 --oneline
git diff main...release/v2.3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Git Emergency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UNDO STRATEGIES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Situation Command Safe? Undo last commit, keep changes git reset HEAD~1 Yes (local) Revert a pushed commit git revert abc1234 Yes (new commit) Drop commits from shared branch git reset --hard + force push Dangerous Recover "lost" commit git reflog Yes Prefer revert over reset on shared branches. Revert creates a new commit that undoes the change — history stays intact, teammates aren't broken.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REFLOG — THE SAFETY 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See every place HEAD has been (90-day window)
git reflog
# Output:
# abc1234 HEAD@{0}: reset: moving to HEAD~3
# def5678 HEAD@{1}: commit: fix sequence gap
# ...
# Recover the "lost" commit
git checkout def5678          # inspect it
git checkout -b recovery/fix  # save it as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