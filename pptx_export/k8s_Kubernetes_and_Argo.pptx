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Kubernetes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building blocks you need to understand before debugging anything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WORKLOAD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Pod — smallest deployable unit; one or more containers sharing network + storage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Deployment — desired state declaration; manages rolling updates and replica count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Job — runs a pod to completion; used for one-off tasks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CronJob — scheduled Jobs; K8s-native cron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CONFIG &amp;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Namespace — virtual cluster for isolation (trading, market-data, monitoring)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Service — stable network endpoint to reach pods regardless of pod IP changes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ConfigMap / Secret — externalize configuration and credentials from images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Resource requests/limits — requests = guaranteed; limits = hard ceiling; exceed = OOMKilled or throttled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Interview angle: "In trading, a bad pod restart during market hours means researcher data gaps or live trader impact depending on the workload — so we treat pod health as P1."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kubectl Debug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Always follow this order — each step narrows the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Step 1 — find the failing pod and note STATUS and RESTARTS
kubectl
 get pods -n market-data
# Step 2 — describe: Events section tells you WHY it failed
kubectl
 describe pod tick-storage-abc123 -n market-data
# Look for: OOMKilled, BackoffLimitExceeded, ImagePullBackOff, ErrImagePull
# Step 3 — current logs (if pod is still running)
kubectl
 logs tick-storage-abc123 -n market-data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Key: --previous on kubectl logs is what you need after a crash — the current container has no logs because it just started. The evidence is in the dead container's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Exit Codes &amp; OOMKilled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Exit code 137 is unambiguous — it always means out of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Exit Code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Application error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 app logs for exception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SIGKILL (9)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OOMKilled — out of memory, always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Raise memory limit or split workload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SIGTERM (15)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Graceful shutdown requested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 if shutdown was intentional (deploy, scale-down)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Shell/script misuse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 the container entrypoint script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Verify OOMKilled in describe output
kubectl
 describe pod write-hdf5-abc123 -n market-data
# Look for this in the output:
#   State:          Waiting
#     Reason:       CrashLoopBackOff
#   Last State:     Terminated
#     Reason:       OOMKilled       ← confirmed
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Never guess on exit 137: it is always OOMKilled. No other interpretation. The fix is always: raise the memory limit or reduce memory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ArgoCD vs Argo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Same project, completely different products — a common interview trip wire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ARGOCD — GITOPS 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Watches a Git repo for K8s manifest changes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Syncs the cluster state to match Git on every commit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Deploys and manages applications (Deployments, Services, etc.)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UI shows app sync status, health, diff vs Git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"ArgoCD deployed the tick-storage Deployment to the cluster"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ARGO WORKFLOWS — JOB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Runs DAG pipelines as K8s pods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Like K8s-native Airflow — steps, DAGs, templates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Each step = one pod; steps pass outputs to next step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Supports CronWorkflow for scheduled pipelines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"Argo Workflows runs the daily tick-ingestion job at 16:30"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For data pipeline support role: Argo Workflows is what you interact with daily for data jobs. ArgoCD is what deploys the apps. Both are from the Argo project but serve completely different purposes.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Argo Workflow YAML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a workflow definition looks like and where to look for resource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apiVersion
: argoproj.io/v1alpha1
kind
: Workflow
metadata
:
  name: tick-storage-workflow
spec
:
  entrypoint: main            
# which template to run first
templates
:
  - name: main
steps
:                    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Where to look: resources.limits.memory is the first thing to check when a step OOMKills. The limit is a hard ceiling — the kernel kills the container the instant it exceeds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K8-07 — OOMKilled Step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Scenario: tick-storage-workflow fails on write-hdf5 step, exit code 137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Step 1 — get the workflow status
argo
 get tick-storage-workflow -n market-data
# write-hdf5 step: Failed, exit code 137
# Step 2 — find the pod name for that step
argo
 get tick-storage-workflow -n market-data -o wide
# write-hdf5-abc123 (pod name shown in output)
# Step 3 — confirm OOMKilled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FIX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Raise resources.limits.memory in workflow YAML (e.g. 1Gi → 2Gi)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Process data in smaller chunks (split the date range)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Stream data instead of loading full dataset into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AFTER FIXING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argo retry tick-storage-workflow --restart-successful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Resumes from the failed step — skips already-completed fetch step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Much faster than resubmitting from scratch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K8-08 — retry vs resubmit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Two different recovery commands with very different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ARGO RETRY &lt;WORKFLOW&gt;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Resumes from the failed step only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Reuses outputs from all completed steps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Faster — skips work already done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 flag --restart-successful to preserve completed steps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Same workflow name, same run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ARGO RESUBMIT &lt;WORKFLOW&gt;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Starts from scratch — new workflow entirely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New workflow name, fresh run ID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All steps re-run from the beginning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Slower — re-fetches all data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 when data or inputs may be corrupt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01168" y="1133856"/>
          <a:ext cx="1178661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872"/>
                <a:gridCol w="3928872"/>
                <a:gridCol w="3928872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OOMKilled — raised memory limit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argo retry --restart-successful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Fetch step output still valid; just re-run write step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Disk full — cleared space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argo retry --restart-successful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 need to re-fetch data; just retry the write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Data corruption suspected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argo resubmit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Can't trust any prior step output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Wrong input parameters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argo resubmit with new params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Need a clean run with corrected inputs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K8-09 — CronWorkflow Missed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Silent failure: concurrencyPolicy: Forbid + stuck workflow = skipped runs with no alert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CronWorkflow definition — the trap is concurrencyPolicy: Forbid
spec
:
  schedule: 
"30 16 * * 1-5"
# run at 16:30 Mon-Fri
  concurrencyPolicy: 
Forbid
# ← if previous run is "active", skip next
# PROBLEM: Failed state counts as "active" — next run gets silently skipped
# Step 1 — find stuck failed workflow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The trap: A Failed workflow is treated as "active" by Forbid policy. Every subsequent scheduled run is silently skipped — no error, no alert. Researchers notice data is missing hours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KUBERNETES &amp; 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kubectl &amp; Argo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Commands for every K8s/Argo support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── kubectl ──────────────────────────────────────────
kubectl
 get pods -n market-data                      
# list pods + status
kubectl
 describe pod &lt;pod&gt; -n market-data            
# events + resource state
kubectl
 logs &lt;pod&gt; -n market-data --previous         
# dead container logs
kubectl
 exec -it &lt;pod&gt; -n market-data -- bash        
# shell into pod
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