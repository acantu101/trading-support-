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tick_data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core market data table you will query in every support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CREATE TABLE
 tick_data (
    id       
INTEGER
PRIMARY KEY
,
    symbol   
TEXT
NOT NULL
,
    ts       
TEXT
NOT NULL
,      
-- '2024-01-15 14:30:00.123'
    price    
REAL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KEY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feed — PRIMARY = exchange A feed, SECONDARY = exchange B backup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seq_num — monotonically increasing per (symbol, feed); gap = missed ITCH messages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ts — always filter on this with indexed columns for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INDEX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(symbol, ts) — for range queries by symbol over time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(feed, symbol, ts) — for feed-specific queries; feed first narrows scan fast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Always filter on indexed columns before window functions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Zero-Tick Window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Finding symbols with no data in a time window — the first query you run on a gap ticket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06577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4901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-- Which symbols have NO ticks in 14:30-15:00 on PRIMARY feed?
-- EXCEPT: symbols in the full table but absent in the window
SELECT DISTINCT
 symbol 
FROM
 tick_data
EXCEPT
SELECT DISTINCT
 symbol 
FROM
 tick_data
WHERE
  feed = 
'PRIMARY'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6254496"/>
            <a:ext cx="11786616" cy="457200"/>
          </a:xfrm>
          <a:prstGeom prst="rect">
            <a:avLst/>
          </a:prstGeom>
          <a:solidFill>
            <a:srgbClr val="FDEAD6"/>
          </a:solidFill>
          <a:ln>
            <a:solidFill>
              <a:srgbClr val="CC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318504"/>
            <a:ext cx="11530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A3000"/>
                </a:solidFill>
                <a:latin typeface="Calibri"/>
              </a:rPr>
              <a:t>Pattern: EXCEPT is your zero-tick finder. COUNT with ORDER BY ASC shows you the worst-affected symbols first — useful when a partial outage hit some symbols more than others.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Sequence Gap Detection with LAG()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Finding where seq_num jumps by more than 1 — confirms ITCH messages were missed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-- Find sequence gaps: where seq_num jumps by more than 1
SELECT
 symbol, feed, seq_num, prev_seq,
       seq_num - prev_seq - 
1
AS
 missing_count
FROM
 (
SELECT
 symbol, feed, seq_num,
LAG
(seq_num) 
OVER
 (
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LAG(seq_num) returns the previous row's seq_num within the (symbol, feed) partition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seq_num − prev_seq − 1 = how many messages are missing between these two rows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PARTITION BY symbol, feed — critical; without it, LAG crosses symbol boundaries giving false gaps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First row per (symbol, feed) has prev_seq IS NULL — exclude it with the WHERE clause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Feed Completeness Cross-Check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Finding ticks present on PRIMARY but missing on SECONDARY (or vice versa)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-- Ticks on PRIMARY with no matching SECONDARY tick
-- LEFT JOIN + IS NULL = "exists on left, missing on right"
SELECT
 p.symbol, p.ts, p.price 
AS
 primary_price
FROM
   tick_data p
LEFT JOIN
 tick_data s
ON
  s.symbol = p.symbol
AND
 s.ts     = p.ts
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WHAT THIS TELLS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PRIMARY had ticks at these timestamps that SECONDARY never received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SECONDARY feed had a dropout — possible network issue on B path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Swap feeds: check if SECONDARY has ticks PRIMARY missed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40196" y="1133856"/>
            <a:ext cx="5847588" cy="5614416"/>
          </a:xfrm>
          <a:prstGeom prst="rect">
            <a:avLst/>
          </a:prstGeom>
          <a:solidFill>
            <a:srgbClr val="222238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8212" y="1243584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6B1A"/>
                </a:solidFill>
                <a:latin typeface="Consolas"/>
              </a:rPr>
              <a:t>WHEN TO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8212" y="1517904"/>
            <a:ext cx="5591556" cy="5138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Researcher asks: "is the backup feed reliable?"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Post-incident: was the secondary feed good enough to replay from?</a:t>
            </a:r>
          </a:p>
          <a:p>
            <a:r>
              <a:rPr sz="1000">
                <a:solidFill>
                  <a:srgbClr val="E86B1A"/>
                </a:solidFill>
                <a:latin typeface="Calibri"/>
              </a:rPr>
              <a:t>▸ </a:t>
            </a:r>
            <a:r>
              <a:rPr sz="1000">
                <a:solidFill>
                  <a:srgbClr val="E8EAF6"/>
                </a:solidFill>
                <a:latin typeface="Calibri"/>
              </a:rPr>
              <a:t>Both feeds gapped at same time = exchange issue, not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Window Functions — OVER / PARTITION BY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The most important SQL feature for time-series market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-- OVER clause: apply aggregate across rows WITHOUT collapsing them
-- Row number per symbol (useful for pagination / sampling)
ROW_NUMBER
() 
OVER
 (
PARTITION BY
 symbol 
ORDER BY
 ts)
-- Previous row's seq_num — gap detection
LAG
(seq_num, 
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VWAP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Volume-Weighted Average Price — the standard fill quality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solidFill>
            <a:srgbClr val="12121E"/>
          </a:solidFill>
          <a:ln>
            <a:solidFill>
              <a:srgbClr val="2E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" y="1207008"/>
            <a:ext cx="1156716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C87A"/>
                </a:solidFill>
                <a:latin typeface="Consolas"/>
              </a:rPr>
              <a:t>-- VWAP per symbol for a full session
SELECT
    symbol,
ROUND
(
SUM
(price * volume) * 
1.0
 / 
SUM
(volume), 
4
) 
AS
 vwap,
COUNT
(*)       
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" y="1133856"/>
            <a:ext cx="11786616" cy="56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VWAP = Σ(price × volume) / Σ(volume) — weights each price by how much traded at that level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Use * 1.0 to force float division in SQLite (avoids integer truncation)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Compare a trader's fill price to VWAP: fill above VWAP (buy) = slippage; below = good execution</a:t>
            </a:r>
          </a:p>
          <a:p>
            <a:r>
              <a:rPr sz="1100">
                <a:solidFill>
                  <a:srgbClr val="E86B1A"/>
                </a:solidFill>
                <a:latin typeface="Calibri"/>
              </a:rPr>
              <a:t>▸ </a:t>
            </a:r>
            <a:r>
              <a:rPr sz="1100">
                <a:solidFill>
                  <a:srgbClr val="E8EAF6"/>
                </a:solidFill>
                <a:latin typeface="Calibri"/>
              </a:rPr>
              <a:t>If there are gaps in tick_data, VWAP is wrong — always check data quality before interpreting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85832" y="1097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onsolas"/>
              </a:rPr>
              <a:t>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09728"/>
            <a:ext cx="9811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rebuchet MS"/>
              </a:rPr>
              <a:t>SQL Pattern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731520"/>
            <a:ext cx="98115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6B1A"/>
                </a:solidFill>
                <a:latin typeface="Calibri"/>
              </a:rPr>
              <a:t>Quick reference — which query for which support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042415"/>
            <a:ext cx="11786616" cy="25400"/>
          </a:xfrm>
          <a:prstGeom prst="rect">
            <a:avLst/>
          </a:prstGeom>
          <a:solidFill>
            <a:srgbClr val="E86B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168" y="1133856"/>
          <a:ext cx="11786616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8872"/>
                <a:gridCol w="3928872"/>
                <a:gridCol w="3928872"/>
              </a:tblGrid>
              <a:tr h="347472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E86B1A"/>
                          </a:solidFill>
                          <a:latin typeface="Calibri"/>
                        </a:rPr>
                        <a:t>Key construct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Find symbols with no data in a window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EXCEPT subquery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SELECT DISTINCT symbol … EXCEPT SELECT DISTINCT symbol WHERE window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Find symbols with low tick count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GROUP BY + ORDER BY ASC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COUNT(*) … GROUP BY symbol ORDER BY tick_count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Detect sequence gaps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LAG() window function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LAG(seq_num) OVER (PARTITION BY symbol, feed ORDER BY seq_num)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Cross-feed completeness check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Self LEFT JOIN + IS NULL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LEFT JOIN tick_data s ON s.symbol=p.symbol AND s.ts=p.ts AND s.feed='SECONDARY' WHERE s.id IS NULL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Running totals / moving avg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SUM/AVG OVER ROWS BETWEEN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SUM(volume) OVER (PARTITION BY symbol ORDER BY ts ROWS BETWEEN UNBOUNDED PRECEDING AND CURRENT ROW)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VWAP benchmark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Weighted average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SUM(price*volume)*1.0 / SUM(volume)</a:t>
                      </a:r>
                    </a:p>
                  </a:txBody>
                  <a:tcPr>
                    <a:solidFill>
                      <a:srgbClr val="2222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Slow query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EXPLAIN QUERY PLAN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E8EAF6"/>
                          </a:solidFill>
                          <a:latin typeface="Calibri"/>
                        </a:rPr>
                        <a:t>Check for SCAN TABLE (bad) vs SEARCH TABLE USING INDEX (good)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