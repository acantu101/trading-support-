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Market Data Stack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full path from exchange to researcher — and where support engineers spend their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6B1A"/>
                </a:solidFill>
                <a:latin typeface="Consolas"/>
              </a:rPr>
              <a:t>Exchange venue  →  UDP Multicast A/B feeds  →  Feed Handler ITCH parser  →  Kafka market-data topic  →  Tick Storage Pod K8s consumer  →  HDF5 on S3 /SYMBOL/DATE/  →  Researchers Python / Jupyter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168" y="1133856"/>
          <a:ext cx="1178661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872"/>
                <a:gridCol w="3928872"/>
                <a:gridCol w="3928872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Common support issue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receipt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UDP multicast (ITCH)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Sequence gaps, rmem_max overflow, IGMP join failure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Normalisation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(C++/Java)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GAP log lines, book invalidation, slow recovery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Kafka (MSK)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Consumer lag, pod dead (CONSUMER-ID "-"), retention expiry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Tick Storage Pod → HDF5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OOMKilled, partial write, truncated dataset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S3 + Python h5py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Missing file, wrong date partition, dataset shape mismatch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L1 / L2 / L3 Order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researchers mean when they say "the book looks wrong"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L1 — BEST QUOTE (NBBO)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Best bid price + size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Best ask price + size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National Best Bid and Offer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What retail brokers show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Derived from L2 top of 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L2 — MARKET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Full book by price level (aggregated)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Shows liquidity depth at each level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What algo traders use for sizing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Built from ITCH Add/Delete/Execute msgs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Gap → book is stale → must invalidate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L3 — FULL ORDER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Individual order visibility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Every add/cancel/execute per order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Only some venues provide L3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Used for analytics, not live trading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Highest data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Stale book trigger: Any ITCH sequence gap means you missed Add/Delete/Execute messages. The book now shows wrong prices or phantom orders. Must invalidate and rebuild from snapshot.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Feed Handler — 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process that sits between the exchange and your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Subscribes to UDP multicast groups (IGMP join) for each exchange feed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Parses raw binary ITCH/SBE messages into structured events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Sequences messages and detects gaps (expected N+1, received N+5 = gap)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Maintains an in-memory order book per symbol, applying Add/Delete/Execute in order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Publishes normalised tick data to Kafka for downstream consumers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Requests gap fills or snapshots via TCP when UDP gaps are detected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Feed handler log lines a support engineer reads
09:30:00.001
 INFO  Joined multicast 233.54.12.100 on eth0 (Primary feed)
09:30:00.002
 INFO  Joined multicast 233.54.12.101 on eth1 (Secondary feed)
09:30:00.100
 INFO  MARKET_OPEN received — seq 1001
14:28:47.334
WARN
  GAP detected sym=AAPL expected=50042 received=50051 missing=9
14:28:47.335
 INFO  Book INVALIDATED sym=AAPL — requesting snapshot
14:28:47.401
 INFO  Snapshot applied sym=AAPL seq=50061 — book VALID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HDF5 Tick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How tick data is stored and how to inspect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FILE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Hierarchical: /SYMBOL/DATE/dataset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/AAPL/2024-01-15/price — float64 array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/AAPL/2024-01-15/volume — int64 array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/AAPL/2024-01-15/ts — timestamp array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/AAPL/2024-01-15/seq_num — sequence numbers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COMMON SUPPORT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Partial write → truncated dataset → researcher sees data cut off mid-day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Wrong date partition → data exists but under wrong key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Dataset shape mismatch → price array longer than volume array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File missing entirely → Tick Storage Pod never ran or OOMKilled early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CLI inspection
h5ls
 -r market_data_2024-01-15.h5          
# list all datasets + shapes
h5dump
 -d /AAPL/price market_data.h5        
# dump a specific dataset
# Python inspection
import
 h5py
with
 h5py.File(
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Gap Detection &amp; Book Invalidation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Why a sequence gap forces a full book rebuild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Receive seq 10051 expected 10043 → GAP: 9 msgs missing book now stale → Invalidate book stop publishing quotes Request gap fill TCP retransmit channel → OR request snapshot full book at point-in-time → Book VALID resume publishing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Missing messages may have added or cancelled orders → book shows wrong prices or phantom size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Gap fill : exchange retransmits missing messages — faster for small gaps (1-10 msgs)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Snapshot : exchange sends full book state — use for large gaps or when fill unavailable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Buffer incrementals received during snapshot request — apply after snapshot to stay current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Support check: Researcher reports stale quotes at 14:28 → check feed handler logs for GAP lines around 14:28 → did SNAPSHOT_APPLIED follow? If not, book never recovered.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Snapshot + Incremental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exact sequence for rebuilding a stale order 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872"/>
                <a:gridCol w="3928872"/>
                <a:gridCol w="3928872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Detect gap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seq N received, expected M (M &gt; N+1) — log GAP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Mark book INVALID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Stop consuming incrementals for this symbol; stop publishing quotes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Buffer new incrementals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Keep receiving messages but don't apply — you'll need them after snapshot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Request snapshot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Send gap fill / snapshot request to exchange via TCP retransmit channel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Receive snapshot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Full book state at sequence S — apply to in-memory book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Apply buffered incrementals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Apply all buffered messages with seq &gt; S in order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Mark book VALID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Log BOOK_REBUILT; resume publishing quotes downstream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Key: Incrementals received DURING snapshot request must be buffered, not dropped. If you drop them you'll have another gap immediately after rebuilding.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Market Impact &amp; Slippage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researchers mean when they say "fills look off"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Slippage = (actual fill price − expected price) / expected price × 10,000 basis points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1 bp = 0.01% = $0.01 per $100 notional — small per unit, large at scale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Market impact : a large order moves the market against you — buying 1M shares pushes the ask up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VWAP benchmark : was the fill above or below VWAP for the execution period?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VWAP = Volume-Weighted Average Price
# If you filled at $150.05 and VWAP was $149.90:
slippage = (
150.05
 - 
149.90
) / 
149.90
 * 
10000
# = 10.0 basis points — meaningful for a large order
# Support triage when researcher says "fills look off":
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Interview angle: "Slippage analysis requires accurate tick data. If the feed had a gap during the execution window, VWAP is wrong — so the slippage number is wrong too. We check data quality before interpreting analytics."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Market Data Triage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Ordered steps for any "data missing" or "data wrong"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If failed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HDF5 file exists for date/symbol?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aws s3 ls or h5ls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Tick Storage Pod may not have run — check Argo Workflows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Dataset shape matches expected tick count?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h5py shape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Partial write — pod OOMKilled mid-write; check kubectl logs --previous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Kafka consumer group healthy?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kafka-consumer-groups --describe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CONSUMER-ID "-" = pod dead; check kubectl get pods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gaps during window?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logs: GAP lines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Did SNAPSHOT_APPLIED follow? If not, book never recovered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Multicast packets arriving?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tcpdump -i eth0 host &lt;mcast-ip&gt;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Network/switch issue — escalate to network team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Same issue on both A and B feeds?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A + B logs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Both gapped at same seq = exchange issue, not internal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