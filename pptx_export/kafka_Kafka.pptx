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KAFKA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Kafka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Distributed messaging backbone — every trade event, risk update, and market data tick flows through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CORE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Broker — Kafka server storing and serving messages; cluster = multiple brokers for redundancy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Topic — named stream (e.g. "trade-executions", "market-data", "risk-updates")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Partition — topics split for parallelism; each partition is strictly ordered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Offset — record's position within a partition; consumers track this to know where they left off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PRODUCERS &amp; CONSUMERS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Producer — writes messages to a topic; chooses partition (by key hash or round-robin)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Consumer Group — one or more consumers sharing a group-id; each partition assigned to exactly ONE consumer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Replication — each partition has a leader + replica copies; RF=3 is the HFT standard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ISR — In-Sync Replicas; only ISR members can become leader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6B1A"/>
                </a:solidFill>
                <a:latin typeface="Consolas"/>
              </a:rPr>
              <a:t>Feed Handler Producer  →  Kafka Broker market-data topic  →  Tick Storage Pod Consumer Group  →  HDF5 Files → Researchers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KAFKA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Consumer Groups &amp; 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Lag is your primary operational signal — it tells you if consumers are keeping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Consumer lag = LOG-END-OFFSET − CURRENT-OFFSET per partition; high lag = consumer falling behind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CONSUMER-ID showing "-" = no consumer assigned to that partition → the pod has died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Same cutoff timestamp across multiple symbols = pipeline crash (not per-symbol data quality issue)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Lag growing on all partitions simultaneously = consumer failure, not a producer or broker issue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Lag on one partition = that partition's consumer is slow or dead; check pod restarts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1207008"/>
            <a:ext cx="115671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Describe consumer group lag
kafka-consumer-groups.sh
 --bootstrap-server broker:9092 \
  --describe --group tick-storage-group
# Output columns:
# TOPIC        PARTITION  CURRENT-OFFSET  LOG-END-OFFSET  LAG  CONSUMER-ID
# market-data  0          10042           10042           0    tick-pod-1
# market-data  1          8891            12778           3887 -          ← dead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EF3CC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4000"/>
                </a:solidFill>
                <a:latin typeface="Calibri"/>
              </a:rPr>
              <a:t>CONSUMER-ID "-" on all partitions means every consumer in the group is gone — the entire pod fleet is down. This is K-12 territory: check kubectl logs --previous.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KAFKA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Producer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How producers are configured determines data reliability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1168" y="1133856"/>
          <a:ext cx="11786616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654"/>
                <a:gridCol w="2946654"/>
                <a:gridCol w="2946654"/>
                <a:gridCol w="2946654"/>
              </a:tblGrid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Use when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acks=0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Fire &amp; forget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No broker confirmation; possible loss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Never for market data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acks=1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Leader confirms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Leader crash before replication = data loss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Low-priority metrics only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acks=all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All ISR confirm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No data loss; highest latency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HFT standard for tick data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enable.idempotence=true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Exactly-once per session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Prevents duplicates on retry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Always pair with acks=all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min.insync.replicas=2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Min ISR for write to succeed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With RF=3, tolerates 1 broker failure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Set at topic level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retries + retry.backoff.ms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e.g. 3, 100ms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Retry transient failures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Always set; idempotence prevents duplicates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DEAD6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3000"/>
                </a:solidFill>
                <a:latin typeface="Calibri"/>
              </a:rPr>
              <a:t>Interview answer: "We use acks=all with min.insync.replicas=2 on RF=3. That means we can lose one broker and still write without data loss."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KAFKA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Consumer Config &amp; Offset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The most dangerous default in Kafka is enable.auto.commit=true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WRONG — auto-commit commits offset BEFORE processing is confirmed
# crash after commit but before write → data silently lost
consumer = KafkaConsumer(
'market-data'
,
    enable_auto_commit=
True
,   
# ← DANGEROUS
)
# RIGHT — commit only after successful write to HDF5
consumer = KafkaConsumer(
'market-data'
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AUTO.OFFSET.RESET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earliest — replay from beginning; use for new consumer groups or data recovery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latest — skip old messages; only for non-critical consumers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KAFKA RETENTION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How long messages are kept on broker (e.g. 7 days)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After expiry, replay is impossible — urgency flag for L2 escalation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KAFKA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Delivery Semantics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Understanding what guarantees Kafka actually provides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1168" y="1133856"/>
          <a:ext cx="11786616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654"/>
                <a:gridCol w="2946654"/>
                <a:gridCol w="2946654"/>
                <a:gridCol w="2946654"/>
              </a:tblGrid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Semantic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HFT verdict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At-most-once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Commit offset before processing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Data loss on crash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Never acceptable for tick data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At-least-once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Commit after processing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Duplicates on replay/restart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Standard — handle with idempotent writes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Exactly-once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Idempotent producer + transactional consumer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Highest complexity and latency overhead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Used only where duplicates cause real harm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01168" y="5724144"/>
            <a:ext cx="11786616" cy="457200"/>
          </a:xfrm>
          <a:prstGeom prst="rect">
            <a:avLst/>
          </a:prstGeom>
          <a:solidFill>
            <a:srgbClr val="DDF0F0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5788152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4F4F"/>
                </a:solidFill>
                <a:latin typeface="Calibri"/>
              </a:rPr>
              <a:t>HFT practical standard: At-least-once + idempotent writes. Use seq_num as a dedup key when writing to HDF5 or DB. If Kafka still has the messages in its retention window and your writer is idempotent, you can always replay safely.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6217920"/>
            <a:ext cx="11786616" cy="457200"/>
          </a:xfrm>
          <a:prstGeom prst="rect">
            <a:avLst/>
          </a:prstGeom>
          <a:solidFill>
            <a:srgbClr val="FDEAD6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6281928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3000"/>
                </a:solidFill>
                <a:latin typeface="Calibri"/>
              </a:rPr>
              <a:t>Interview answer: "We commit after write, so at-least-once. We handle potential duplicates on the write side using the tick's sequence number as an idempotency key — a replay can't insert the same tick twice."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KAFKA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Market Data Pipeline Pattern (K-07)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The full flow from exchange to researcher — and where things break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6"/>
                </a:solidFill>
                <a:latin typeface="Calibri"/>
              </a:rPr>
              <a:t>Exchange UDP multicast → Feed Handler ITCH parser → Kafka market-data topic → Tick Storage Pod K8s consumer → HDF5 on S3 /SYMBOL/DATE/ → Researcher Python / Jupyter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01168" y="1133856"/>
          <a:ext cx="11786616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8872"/>
                <a:gridCol w="3928872"/>
                <a:gridCol w="3928872"/>
              </a:tblGrid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Common failure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First check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Feed Handler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ITCH gap / multicast drop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Feed handler logs for GAP lines; tcpdump on mcast interface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Kafka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Broker down, partition offline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kafka-topics.sh --describe — check ISR count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Tick Storage Pod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OOMKilled, crash loop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kubectl logs --previous ; kafka-consumer-groups.sh --describe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HDF5 file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Partial write, truncated dataset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h5ls -r file.h5 — check dataset shape vs expected tick count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KAFKA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End-to-End Pipeline Triage (K-12)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Researcher reports AAPL + NVDA missing 14:30–15:00 — full triage in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1168" y="1133856"/>
          <a:ext cx="11786616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654"/>
                <a:gridCol w="2946654"/>
                <a:gridCol w="2946654"/>
                <a:gridCol w="2946654"/>
              </a:tblGrid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Check HDF5 metadata for affected symbols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AAPL cuts off at 14:28:47; NVDA cuts off at 14:28:47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Same timestamp = pipeline crash , not per-symbol data quality issue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kafka-consumer-groups --describe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All partitions: CONSUMER-ID "-", lag ~3.87M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Every consumer pod is dead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kubectl logs --previous tick-storage-pod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OOMKilled at 14:28:47; memory 99% just before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Pod ran out of memory, kernel killed it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Check Kafka retention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Messages since 14:28:47 still in retention window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Replay is possible — act before window expires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Fix + replay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Raise memory limit → restart pod → reset offsets to 14:28:00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Pod replays from before crash; HDF5 filled in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EF3CC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4000"/>
                </a:solidFill>
                <a:latin typeface="Calibri"/>
              </a:rPr>
              <a:t>L2 escalation must include: affected symbols + exact window · root cause + evidence (OOMKilled) · what was ruled out (not a feed issue) · Kafka retention window urgency · recommended dev action (raise memory limit)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KAFKA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Kafka CLI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Commands you will use in every support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List all consumer groups
kafka-consumer-groups.sh
 --bootstrap-server broker:9092 --list
# Describe group lag (most used command)
kafka-consumer-groups.sh
 --bootstrap-server broker:9092 \
  --describe --group tick-storage-group
# Reset offsets to replay (after pod fix)
kafka-consumer-groups.sh
 --bootstrap-server broker:9092 \
  --group tick-storage-group --topic market-data \
  --reset-offsets --to-datetime 
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